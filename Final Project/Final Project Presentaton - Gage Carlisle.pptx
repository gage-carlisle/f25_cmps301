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ge Carlisle" userId="9e5c6b62-a103-4929-8002-106e50f7a510" providerId="ADAL" clId="{82402A0E-669A-4633-9CCC-8A891F93D8EA}"/>
    <pc:docChg chg="custSel modSld">
      <pc:chgData name="Gage Carlisle" userId="9e5c6b62-a103-4929-8002-106e50f7a510" providerId="ADAL" clId="{82402A0E-669A-4633-9CCC-8A891F93D8EA}" dt="2025-12-10T21:33:32.872" v="33"/>
      <pc:docMkLst>
        <pc:docMk/>
      </pc:docMkLst>
      <pc:sldChg chg="addSp modSp mod setBg">
        <pc:chgData name="Gage Carlisle" userId="9e5c6b62-a103-4929-8002-106e50f7a510" providerId="ADAL" clId="{82402A0E-669A-4633-9CCC-8A891F93D8EA}" dt="2025-12-10T21:31:58.337" v="7" actId="404"/>
        <pc:sldMkLst>
          <pc:docMk/>
          <pc:sldMk cId="0" sldId="256"/>
        </pc:sldMkLst>
        <pc:spChg chg="mo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1:58.337" v="7" actId="404"/>
          <ac:spMkLst>
            <pc:docMk/>
            <pc:sldMk cId="0" sldId="256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1:46.384" v="2" actId="26606"/>
          <ac:spMkLst>
            <pc:docMk/>
            <pc:sldMk cId="0" sldId="256"/>
            <ac:spMk id="16" creationId="{53E5B1A8-3AC9-4BD1-9BBC-78CA94F2D1B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2:28.326" v="11" actId="403"/>
        <pc:sldMkLst>
          <pc:docMk/>
          <pc:sldMk cId="0" sldId="257"/>
        </pc:sldMkLst>
        <pc:spChg chg="mo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2:28.326" v="11" actId="403"/>
          <ac:spMkLst>
            <pc:docMk/>
            <pc:sldMk cId="0" sldId="257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2:18.041" v="8" actId="26606"/>
          <ac:spMkLst>
            <pc:docMk/>
            <pc:sldMk cId="0" sldId="257"/>
            <ac:spMk id="16" creationId="{53E5B1A8-3AC9-4BD1-9BBC-78CA94F2D1B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2:38.986" v="15" actId="403"/>
        <pc:sldMkLst>
          <pc:docMk/>
          <pc:sldMk cId="0" sldId="258"/>
        </pc:sldMkLst>
        <pc:spChg chg="mo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2:38.986" v="15" actId="403"/>
          <ac:spMkLst>
            <pc:docMk/>
            <pc:sldMk cId="0" sldId="258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2:33.996" v="12" actId="26606"/>
          <ac:spMkLst>
            <pc:docMk/>
            <pc:sldMk cId="0" sldId="258"/>
            <ac:spMk id="16" creationId="{53E5B1A8-3AC9-4BD1-9BBC-78CA94F2D1B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2:50.651" v="19" actId="403"/>
        <pc:sldMkLst>
          <pc:docMk/>
          <pc:sldMk cId="0" sldId="259"/>
        </pc:sldMkLst>
        <pc:spChg chg="mo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2:50.651" v="19" actId="403"/>
          <ac:spMkLst>
            <pc:docMk/>
            <pc:sldMk cId="0" sldId="259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2:44.902" v="16" actId="26606"/>
          <ac:spMkLst>
            <pc:docMk/>
            <pc:sldMk cId="0" sldId="259"/>
            <ac:spMk id="16" creationId="{53E5B1A8-3AC9-4BD1-9BBC-78CA94F2D1B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3:06.555" v="25" actId="404"/>
        <pc:sldMkLst>
          <pc:docMk/>
          <pc:sldMk cId="0" sldId="260"/>
        </pc:sldMkLst>
        <pc:spChg chg="mo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3:06.555" v="25" actId="404"/>
          <ac:spMkLst>
            <pc:docMk/>
            <pc:sldMk cId="0" sldId="260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2:57.556" v="20" actId="26606"/>
          <ac:spMkLst>
            <pc:docMk/>
            <pc:sldMk cId="0" sldId="260"/>
            <ac:spMk id="16" creationId="{53E5B1A8-3AC9-4BD1-9BBC-78CA94F2D1BA}"/>
          </ac:spMkLst>
        </pc:spChg>
      </pc:sldChg>
      <pc:sldChg chg="addSp modSp mod setBg addAnim">
        <pc:chgData name="Gage Carlisle" userId="9e5c6b62-a103-4929-8002-106e50f7a510" providerId="ADAL" clId="{82402A0E-669A-4633-9CCC-8A891F93D8EA}" dt="2025-12-10T21:33:12.730" v="27"/>
        <pc:sldMkLst>
          <pc:docMk/>
          <pc:sldMk cId="0" sldId="261"/>
        </pc:sldMkLst>
        <pc:spChg chg="mo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8" creationId="{6F5A5072-7B47-4D32-B52A-4EBBF590B8A5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10" creationId="{9715DAF0-AE1B-46C9-8A6B-DB2AA05AB91D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12" creationId="{6016219D-510E-4184-9090-6D5578A87BD1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14" creationId="{AFF4A713-7B75-4B21-90D7-5AB19547C728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16" creationId="{DC631C0B-6DA6-4E57-8231-CE32B3434A7E}"/>
          </ac:spMkLst>
        </pc:spChg>
        <pc:spChg chg="add">
          <ac:chgData name="Gage Carlisle" userId="9e5c6b62-a103-4929-8002-106e50f7a510" providerId="ADAL" clId="{82402A0E-669A-4633-9CCC-8A891F93D8EA}" dt="2025-12-10T21:33:12.730" v="26" actId="26606"/>
          <ac:spMkLst>
            <pc:docMk/>
            <pc:sldMk cId="0" sldId="261"/>
            <ac:spMk id="18" creationId="{C29501E6-A978-4A61-9689-9085AF97A53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3:27.592" v="31" actId="403"/>
        <pc:sldMkLst>
          <pc:docMk/>
          <pc:sldMk cId="0" sldId="262"/>
        </pc:sldMkLst>
        <pc:spChg chg="mo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Gage Carlisle" userId="9e5c6b62-a103-4929-8002-106e50f7a510" providerId="ADAL" clId="{82402A0E-669A-4633-9CCC-8A891F93D8EA}" dt="2025-12-10T21:33:27.592" v="31" actId="403"/>
          <ac:spMkLst>
            <pc:docMk/>
            <pc:sldMk cId="0" sldId="262"/>
            <ac:spMk id="3" creationId="{00000000-0000-0000-0000-000000000000}"/>
          </ac:spMkLst>
        </pc:spChg>
        <pc:spChg chg="ad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8" creationId="{1B15ED52-F352-441B-82BF-E0EA34836D08}"/>
          </ac:spMkLst>
        </pc:spChg>
        <pc:spChg chg="ad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10" creationId="{3B2E3793-BFE6-45A2-9B7B-E18844431C99}"/>
          </ac:spMkLst>
        </pc:spChg>
        <pc:spChg chg="ad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12" creationId="{BC4C4868-CB8F-4AF9-9CDB-8108F2C19B67}"/>
          </ac:spMkLst>
        </pc:spChg>
        <pc:spChg chg="ad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14" creationId="{375E0459-6403-40CD-989D-56A4407CA12E}"/>
          </ac:spMkLst>
        </pc:spChg>
        <pc:spChg chg="add">
          <ac:chgData name="Gage Carlisle" userId="9e5c6b62-a103-4929-8002-106e50f7a510" providerId="ADAL" clId="{82402A0E-669A-4633-9CCC-8A891F93D8EA}" dt="2025-12-10T21:33:21.641" v="28" actId="26606"/>
          <ac:spMkLst>
            <pc:docMk/>
            <pc:sldMk cId="0" sldId="262"/>
            <ac:spMk id="16" creationId="{53E5B1A8-3AC9-4BD1-9BBC-78CA94F2D1BA}"/>
          </ac:spMkLst>
        </pc:spChg>
      </pc:sldChg>
      <pc:sldChg chg="addSp modSp mod setBg">
        <pc:chgData name="Gage Carlisle" userId="9e5c6b62-a103-4929-8002-106e50f7a510" providerId="ADAL" clId="{82402A0E-669A-4633-9CCC-8A891F93D8EA}" dt="2025-12-10T21:31:25.242" v="0" actId="26606"/>
        <pc:sldMkLst>
          <pc:docMk/>
          <pc:sldMk cId="2355823789" sldId="263"/>
        </pc:sldMkLst>
        <pc:spChg chg="mo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2" creationId="{B9DC3FF8-5DAD-2DEE-7A2C-C3F835F986AA}"/>
          </ac:spMkLst>
        </pc:spChg>
        <pc:spChg chg="mo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3" creationId="{64F82CFF-BCF4-989D-CBC4-BCC0F096B875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8" creationId="{6F5A5072-7B47-4D32-B52A-4EBBF590B8A5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10" creationId="{9715DAF0-AE1B-46C9-8A6B-DB2AA05AB91D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12" creationId="{6016219D-510E-4184-9090-6D5578A87BD1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14" creationId="{AFF4A713-7B75-4B21-90D7-5AB19547C728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16" creationId="{DC631C0B-6DA6-4E57-8231-CE32B3434A7E}"/>
          </ac:spMkLst>
        </pc:spChg>
        <pc:spChg chg="add">
          <ac:chgData name="Gage Carlisle" userId="9e5c6b62-a103-4929-8002-106e50f7a510" providerId="ADAL" clId="{82402A0E-669A-4633-9CCC-8A891F93D8EA}" dt="2025-12-10T21:31:25.242" v="0" actId="26606"/>
          <ac:spMkLst>
            <pc:docMk/>
            <pc:sldMk cId="2355823789" sldId="263"/>
            <ac:spMk id="18" creationId="{C29501E6-A978-4A61-9689-9085AF97A53A}"/>
          </ac:spMkLst>
        </pc:spChg>
      </pc:sldChg>
      <pc:sldChg chg="addSp delSp modSp mod setBg">
        <pc:chgData name="Gage Carlisle" userId="9e5c6b62-a103-4929-8002-106e50f7a510" providerId="ADAL" clId="{82402A0E-669A-4633-9CCC-8A891F93D8EA}" dt="2025-12-10T21:31:32.900" v="1" actId="26606"/>
        <pc:sldMkLst>
          <pc:docMk/>
          <pc:sldMk cId="2995105865" sldId="264"/>
        </pc:sldMkLst>
        <pc:spChg chg="mo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2" creationId="{9B3D810A-D9CB-124D-0C75-030F89C35FB4}"/>
          </ac:spMkLst>
        </pc:spChg>
        <pc:spChg chg="del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3" creationId="{30880FBC-916B-96C4-5DC5-D9C5142612E3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9" creationId="{BACC6370-2D7E-4714-9D71-7542949D7D5D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11" creationId="{256B2C21-A230-48C0-8DF1-C46611373C44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13" creationId="{3847E18C-932D-4C95-AABA-FEC7C9499AD7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15" creationId="{3150CB11-0C61-439E-910F-5787759E72A0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17" creationId="{43F8A58B-5155-44CE-A5FF-7647B47D0A7A}"/>
          </ac:spMkLst>
        </pc:spChg>
        <pc:spChg chg="add">
          <ac:chgData name="Gage Carlisle" userId="9e5c6b62-a103-4929-8002-106e50f7a510" providerId="ADAL" clId="{82402A0E-669A-4633-9CCC-8A891F93D8EA}" dt="2025-12-10T21:31:32.900" v="1" actId="26606"/>
          <ac:spMkLst>
            <pc:docMk/>
            <pc:sldMk cId="2995105865" sldId="264"/>
            <ac:spMk id="19" creationId="{443F2ACA-E6D6-4028-82DD-F03C262D5DE6}"/>
          </ac:spMkLst>
        </pc:spChg>
        <pc:graphicFrameChg chg="add">
          <ac:chgData name="Gage Carlisle" userId="9e5c6b62-a103-4929-8002-106e50f7a510" providerId="ADAL" clId="{82402A0E-669A-4633-9CCC-8A891F93D8EA}" dt="2025-12-10T21:31:32.900" v="1" actId="26606"/>
          <ac:graphicFrameMkLst>
            <pc:docMk/>
            <pc:sldMk cId="2995105865" sldId="264"/>
            <ac:graphicFrameMk id="5" creationId="{C0AA6058-F905-8CE0-26B3-26BF93B4CB46}"/>
          </ac:graphicFrameMkLst>
        </pc:graphicFrameChg>
      </pc:sldChg>
      <pc:sldChg chg="addSp modSp mod setBg addAnim">
        <pc:chgData name="Gage Carlisle" userId="9e5c6b62-a103-4929-8002-106e50f7a510" providerId="ADAL" clId="{82402A0E-669A-4633-9CCC-8A891F93D8EA}" dt="2025-12-10T21:33:32.872" v="33"/>
        <pc:sldMkLst>
          <pc:docMk/>
          <pc:sldMk cId="2418474339" sldId="265"/>
        </pc:sldMkLst>
        <pc:spChg chg="mo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2" creationId="{89C7E646-2900-7F15-BFAF-09E98AD36F83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7" creationId="{6F5A5072-7B47-4D32-B52A-4EBBF590B8A5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9" creationId="{9715DAF0-AE1B-46C9-8A6B-DB2AA05AB91D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11" creationId="{6016219D-510E-4184-9090-6D5578A87BD1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13" creationId="{AFF4A713-7B75-4B21-90D7-5AB19547C728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15" creationId="{DC631C0B-6DA6-4E57-8231-CE32B3434A7E}"/>
          </ac:spMkLst>
        </pc:spChg>
        <pc:spChg chg="add">
          <ac:chgData name="Gage Carlisle" userId="9e5c6b62-a103-4929-8002-106e50f7a510" providerId="ADAL" clId="{82402A0E-669A-4633-9CCC-8A891F93D8EA}" dt="2025-12-10T21:33:32.872" v="32" actId="26606"/>
          <ac:spMkLst>
            <pc:docMk/>
            <pc:sldMk cId="2418474339" sldId="265"/>
            <ac:spMk id="17" creationId="{C29501E6-A978-4A61-9689-9085AF97A5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6823D0-CF4F-42B9-BBFE-FECF0FC99AA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8A26DBA-A766-4ADA-9E3E-0354E6F1F833}">
      <dgm:prSet/>
      <dgm:spPr/>
      <dgm:t>
        <a:bodyPr/>
        <a:lstStyle/>
        <a:p>
          <a:r>
            <a:rPr lang="en-US"/>
            <a:t>Current way/problem</a:t>
          </a:r>
        </a:p>
      </dgm:t>
    </dgm:pt>
    <dgm:pt modelId="{827F7012-46BF-49E1-B5A5-7A6DABECAA7E}" type="parTrans" cxnId="{D3CB1F6D-DA22-41FA-8C1B-611E576A5F1B}">
      <dgm:prSet/>
      <dgm:spPr/>
      <dgm:t>
        <a:bodyPr/>
        <a:lstStyle/>
        <a:p>
          <a:endParaRPr lang="en-US"/>
        </a:p>
      </dgm:t>
    </dgm:pt>
    <dgm:pt modelId="{32814652-1557-4D06-88F0-B56FAEFA0D94}" type="sibTrans" cxnId="{D3CB1F6D-DA22-41FA-8C1B-611E576A5F1B}">
      <dgm:prSet/>
      <dgm:spPr/>
      <dgm:t>
        <a:bodyPr/>
        <a:lstStyle/>
        <a:p>
          <a:endParaRPr lang="en-US"/>
        </a:p>
      </dgm:t>
    </dgm:pt>
    <dgm:pt modelId="{2AF5AA19-BB83-4096-966E-177213FBBA21}">
      <dgm:prSet/>
      <dgm:spPr/>
      <dgm:t>
        <a:bodyPr/>
        <a:lstStyle/>
        <a:p>
          <a:r>
            <a:rPr lang="en-US"/>
            <a:t>Solution Overview</a:t>
          </a:r>
        </a:p>
      </dgm:t>
    </dgm:pt>
    <dgm:pt modelId="{2CF58E2F-4DC9-406F-B3D1-BCCF3404F9C4}" type="parTrans" cxnId="{94058C32-DA9A-47E6-88A9-7AE135BC2194}">
      <dgm:prSet/>
      <dgm:spPr/>
      <dgm:t>
        <a:bodyPr/>
        <a:lstStyle/>
        <a:p>
          <a:endParaRPr lang="en-US"/>
        </a:p>
      </dgm:t>
    </dgm:pt>
    <dgm:pt modelId="{DD59BAF0-4FBA-40C8-AA3A-316FA2C585DC}" type="sibTrans" cxnId="{94058C32-DA9A-47E6-88A9-7AE135BC2194}">
      <dgm:prSet/>
      <dgm:spPr/>
      <dgm:t>
        <a:bodyPr/>
        <a:lstStyle/>
        <a:p>
          <a:endParaRPr lang="en-US"/>
        </a:p>
      </dgm:t>
    </dgm:pt>
    <dgm:pt modelId="{AEA0A528-0202-4A10-B81D-9ED32081712F}">
      <dgm:prSet/>
      <dgm:spPr/>
      <dgm:t>
        <a:bodyPr/>
        <a:lstStyle/>
        <a:p>
          <a:r>
            <a:rPr lang="en-US"/>
            <a:t>Key Features</a:t>
          </a:r>
        </a:p>
      </dgm:t>
    </dgm:pt>
    <dgm:pt modelId="{E05B5888-05CD-4C0B-9175-29EC7D0AAA8B}" type="parTrans" cxnId="{46402337-8824-4C0F-8B43-632F59142D6D}">
      <dgm:prSet/>
      <dgm:spPr/>
      <dgm:t>
        <a:bodyPr/>
        <a:lstStyle/>
        <a:p>
          <a:endParaRPr lang="en-US"/>
        </a:p>
      </dgm:t>
    </dgm:pt>
    <dgm:pt modelId="{10A76476-85EE-482D-8E37-73AA21F0C2DD}" type="sibTrans" cxnId="{46402337-8824-4C0F-8B43-632F59142D6D}">
      <dgm:prSet/>
      <dgm:spPr/>
      <dgm:t>
        <a:bodyPr/>
        <a:lstStyle/>
        <a:p>
          <a:endParaRPr lang="en-US"/>
        </a:p>
      </dgm:t>
    </dgm:pt>
    <dgm:pt modelId="{BF2726CC-F8D0-4E99-9214-8D9FEA39EDA0}">
      <dgm:prSet/>
      <dgm:spPr/>
      <dgm:t>
        <a:bodyPr/>
        <a:lstStyle/>
        <a:p>
          <a:r>
            <a:rPr lang="en-US"/>
            <a:t>Implementation Details</a:t>
          </a:r>
        </a:p>
      </dgm:t>
    </dgm:pt>
    <dgm:pt modelId="{F10E46CA-DC17-428B-8AA9-598D7BE5FFB0}" type="parTrans" cxnId="{DB5F3887-8825-4503-A3B4-07DB4A353FD6}">
      <dgm:prSet/>
      <dgm:spPr/>
      <dgm:t>
        <a:bodyPr/>
        <a:lstStyle/>
        <a:p>
          <a:endParaRPr lang="en-US"/>
        </a:p>
      </dgm:t>
    </dgm:pt>
    <dgm:pt modelId="{4C0A01C9-0ECD-4F14-A59D-6A90378548A2}" type="sibTrans" cxnId="{DB5F3887-8825-4503-A3B4-07DB4A353FD6}">
      <dgm:prSet/>
      <dgm:spPr/>
      <dgm:t>
        <a:bodyPr/>
        <a:lstStyle/>
        <a:p>
          <a:endParaRPr lang="en-US"/>
        </a:p>
      </dgm:t>
    </dgm:pt>
    <dgm:pt modelId="{70C29FAD-4CBA-4629-98FD-A716DEAD7C0C}">
      <dgm:prSet/>
      <dgm:spPr/>
      <dgm:t>
        <a:bodyPr/>
        <a:lstStyle/>
        <a:p>
          <a:r>
            <a:rPr lang="en-US"/>
            <a:t>Methodology</a:t>
          </a:r>
        </a:p>
      </dgm:t>
    </dgm:pt>
    <dgm:pt modelId="{59961C8B-CA6C-471A-B5E1-600A616EC562}" type="parTrans" cxnId="{E60AEAAB-1A05-42B9-8FCB-24F4EA3A4191}">
      <dgm:prSet/>
      <dgm:spPr/>
      <dgm:t>
        <a:bodyPr/>
        <a:lstStyle/>
        <a:p>
          <a:endParaRPr lang="en-US"/>
        </a:p>
      </dgm:t>
    </dgm:pt>
    <dgm:pt modelId="{C56DF2FD-D47B-4613-8DB7-5C6547F18225}" type="sibTrans" cxnId="{E60AEAAB-1A05-42B9-8FCB-24F4EA3A4191}">
      <dgm:prSet/>
      <dgm:spPr/>
      <dgm:t>
        <a:bodyPr/>
        <a:lstStyle/>
        <a:p>
          <a:endParaRPr lang="en-US"/>
        </a:p>
      </dgm:t>
    </dgm:pt>
    <dgm:pt modelId="{26C7317C-5AAB-4324-B202-D079BDB3F855}">
      <dgm:prSet/>
      <dgm:spPr/>
      <dgm:t>
        <a:bodyPr/>
        <a:lstStyle/>
        <a:p>
          <a:r>
            <a:rPr lang="en-US"/>
            <a:t>Demonstration </a:t>
          </a:r>
        </a:p>
      </dgm:t>
    </dgm:pt>
    <dgm:pt modelId="{90F0AD6E-B9A0-4A97-9FDB-AA78DD333610}" type="parTrans" cxnId="{0F5051EE-931D-4027-8086-6ECB9DF1DF56}">
      <dgm:prSet/>
      <dgm:spPr/>
      <dgm:t>
        <a:bodyPr/>
        <a:lstStyle/>
        <a:p>
          <a:endParaRPr lang="en-US"/>
        </a:p>
      </dgm:t>
    </dgm:pt>
    <dgm:pt modelId="{6788A38D-8241-4A49-9E05-92CC76EDA7B3}" type="sibTrans" cxnId="{0F5051EE-931D-4027-8086-6ECB9DF1DF56}">
      <dgm:prSet/>
      <dgm:spPr/>
      <dgm:t>
        <a:bodyPr/>
        <a:lstStyle/>
        <a:p>
          <a:endParaRPr lang="en-US"/>
        </a:p>
      </dgm:t>
    </dgm:pt>
    <dgm:pt modelId="{2AC780C4-58D6-4084-B736-3F3A1EDA860D}">
      <dgm:prSet/>
      <dgm:spPr/>
      <dgm:t>
        <a:bodyPr/>
        <a:lstStyle/>
        <a:p>
          <a:r>
            <a:rPr lang="en-US"/>
            <a:t>Future Expansion</a:t>
          </a:r>
        </a:p>
      </dgm:t>
    </dgm:pt>
    <dgm:pt modelId="{70A1D3E5-921D-4507-B0DE-AAD3D4F1FF2B}" type="parTrans" cxnId="{D6B5E94F-3367-480E-B683-CF55BDC0BAA6}">
      <dgm:prSet/>
      <dgm:spPr/>
      <dgm:t>
        <a:bodyPr/>
        <a:lstStyle/>
        <a:p>
          <a:endParaRPr lang="en-US"/>
        </a:p>
      </dgm:t>
    </dgm:pt>
    <dgm:pt modelId="{382CA9ED-6790-42F7-BB5B-A70BEDE3500C}" type="sibTrans" cxnId="{D6B5E94F-3367-480E-B683-CF55BDC0BAA6}">
      <dgm:prSet/>
      <dgm:spPr/>
      <dgm:t>
        <a:bodyPr/>
        <a:lstStyle/>
        <a:p>
          <a:endParaRPr lang="en-US"/>
        </a:p>
      </dgm:t>
    </dgm:pt>
    <dgm:pt modelId="{8F162E24-ACF0-4B28-B59C-FF8E3E2D99C8}" type="pres">
      <dgm:prSet presAssocID="{DF6823D0-CF4F-42B9-BBFE-FECF0FC99AAC}" presName="linear" presStyleCnt="0">
        <dgm:presLayoutVars>
          <dgm:animLvl val="lvl"/>
          <dgm:resizeHandles val="exact"/>
        </dgm:presLayoutVars>
      </dgm:prSet>
      <dgm:spPr/>
    </dgm:pt>
    <dgm:pt modelId="{442FCE7A-04A6-40E1-9E27-50BAC5E6979D}" type="pres">
      <dgm:prSet presAssocID="{48A26DBA-A766-4ADA-9E3E-0354E6F1F83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FE6C38C9-B674-4021-9BF5-E14FE8857B41}" type="pres">
      <dgm:prSet presAssocID="{32814652-1557-4D06-88F0-B56FAEFA0D94}" presName="spacer" presStyleCnt="0"/>
      <dgm:spPr/>
    </dgm:pt>
    <dgm:pt modelId="{9EFD78EE-934F-4CF7-A1B6-90CB28C5E943}" type="pres">
      <dgm:prSet presAssocID="{2AF5AA19-BB83-4096-966E-177213FBBA2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EEE7FBD-4CC6-4F63-8352-AD95F892F377}" type="pres">
      <dgm:prSet presAssocID="{DD59BAF0-4FBA-40C8-AA3A-316FA2C585DC}" presName="spacer" presStyleCnt="0"/>
      <dgm:spPr/>
    </dgm:pt>
    <dgm:pt modelId="{B9529B33-4DDC-420A-9C7F-E69D5290A14F}" type="pres">
      <dgm:prSet presAssocID="{AEA0A528-0202-4A10-B81D-9ED32081712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17AA60B-EBA8-4AB9-B3B8-4A5B362826C7}" type="pres">
      <dgm:prSet presAssocID="{10A76476-85EE-482D-8E37-73AA21F0C2DD}" presName="spacer" presStyleCnt="0"/>
      <dgm:spPr/>
    </dgm:pt>
    <dgm:pt modelId="{DDB96DB7-91C8-4522-9D3D-4D2ADE0A88A1}" type="pres">
      <dgm:prSet presAssocID="{BF2726CC-F8D0-4E99-9214-8D9FEA39EDA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C1EED3B-7485-42AF-B1A6-0D51C5C799C4}" type="pres">
      <dgm:prSet presAssocID="{4C0A01C9-0ECD-4F14-A59D-6A90378548A2}" presName="spacer" presStyleCnt="0"/>
      <dgm:spPr/>
    </dgm:pt>
    <dgm:pt modelId="{FA67425A-32CA-4068-B9EE-8F74828FED23}" type="pres">
      <dgm:prSet presAssocID="{70C29FAD-4CBA-4629-98FD-A716DEAD7C0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412DA4E-382B-406A-B3A2-837EEF217F19}" type="pres">
      <dgm:prSet presAssocID="{C56DF2FD-D47B-4613-8DB7-5C6547F18225}" presName="spacer" presStyleCnt="0"/>
      <dgm:spPr/>
    </dgm:pt>
    <dgm:pt modelId="{846257E2-832D-4FBE-A1B7-E052B541EBC2}" type="pres">
      <dgm:prSet presAssocID="{26C7317C-5AAB-4324-B202-D079BDB3F85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C7FCF20-DB00-41A6-BA7F-12D3B23D126C}" type="pres">
      <dgm:prSet presAssocID="{6788A38D-8241-4A49-9E05-92CC76EDA7B3}" presName="spacer" presStyleCnt="0"/>
      <dgm:spPr/>
    </dgm:pt>
    <dgm:pt modelId="{5DB835BB-4914-4D04-A660-F3C95F75CFAD}" type="pres">
      <dgm:prSet presAssocID="{2AC780C4-58D6-4084-B736-3F3A1EDA860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A720714-F03A-401E-9CE0-EFDD5FB3E64A}" type="presOf" srcId="{BF2726CC-F8D0-4E99-9214-8D9FEA39EDA0}" destId="{DDB96DB7-91C8-4522-9D3D-4D2ADE0A88A1}" srcOrd="0" destOrd="0" presId="urn:microsoft.com/office/officeart/2005/8/layout/vList2"/>
    <dgm:cxn modelId="{159ED416-3576-458E-8DD9-535CDED3EC10}" type="presOf" srcId="{2AC780C4-58D6-4084-B736-3F3A1EDA860D}" destId="{5DB835BB-4914-4D04-A660-F3C95F75CFAD}" srcOrd="0" destOrd="0" presId="urn:microsoft.com/office/officeart/2005/8/layout/vList2"/>
    <dgm:cxn modelId="{3407381C-749C-425C-B9BC-1C161F2246BE}" type="presOf" srcId="{48A26DBA-A766-4ADA-9E3E-0354E6F1F833}" destId="{442FCE7A-04A6-40E1-9E27-50BAC5E6979D}" srcOrd="0" destOrd="0" presId="urn:microsoft.com/office/officeart/2005/8/layout/vList2"/>
    <dgm:cxn modelId="{94058C32-DA9A-47E6-88A9-7AE135BC2194}" srcId="{DF6823D0-CF4F-42B9-BBFE-FECF0FC99AAC}" destId="{2AF5AA19-BB83-4096-966E-177213FBBA21}" srcOrd="1" destOrd="0" parTransId="{2CF58E2F-4DC9-406F-B3D1-BCCF3404F9C4}" sibTransId="{DD59BAF0-4FBA-40C8-AA3A-316FA2C585DC}"/>
    <dgm:cxn modelId="{46402337-8824-4C0F-8B43-632F59142D6D}" srcId="{DF6823D0-CF4F-42B9-BBFE-FECF0FC99AAC}" destId="{AEA0A528-0202-4A10-B81D-9ED32081712F}" srcOrd="2" destOrd="0" parTransId="{E05B5888-05CD-4C0B-9175-29EC7D0AAA8B}" sibTransId="{10A76476-85EE-482D-8E37-73AA21F0C2DD}"/>
    <dgm:cxn modelId="{FCD1BC48-6A9E-495B-966E-B3C4CBDE4DF0}" type="presOf" srcId="{70C29FAD-4CBA-4629-98FD-A716DEAD7C0C}" destId="{FA67425A-32CA-4068-B9EE-8F74828FED23}" srcOrd="0" destOrd="0" presId="urn:microsoft.com/office/officeart/2005/8/layout/vList2"/>
    <dgm:cxn modelId="{D3CB1F6D-DA22-41FA-8C1B-611E576A5F1B}" srcId="{DF6823D0-CF4F-42B9-BBFE-FECF0FC99AAC}" destId="{48A26DBA-A766-4ADA-9E3E-0354E6F1F833}" srcOrd="0" destOrd="0" parTransId="{827F7012-46BF-49E1-B5A5-7A6DABECAA7E}" sibTransId="{32814652-1557-4D06-88F0-B56FAEFA0D94}"/>
    <dgm:cxn modelId="{D6B5E94F-3367-480E-B683-CF55BDC0BAA6}" srcId="{DF6823D0-CF4F-42B9-BBFE-FECF0FC99AAC}" destId="{2AC780C4-58D6-4084-B736-3F3A1EDA860D}" srcOrd="6" destOrd="0" parTransId="{70A1D3E5-921D-4507-B0DE-AAD3D4F1FF2B}" sibTransId="{382CA9ED-6790-42F7-BB5B-A70BEDE3500C}"/>
    <dgm:cxn modelId="{55282B7C-0D2C-40F2-B075-291DD2EBA349}" type="presOf" srcId="{26C7317C-5AAB-4324-B202-D079BDB3F855}" destId="{846257E2-832D-4FBE-A1B7-E052B541EBC2}" srcOrd="0" destOrd="0" presId="urn:microsoft.com/office/officeart/2005/8/layout/vList2"/>
    <dgm:cxn modelId="{DB5F3887-8825-4503-A3B4-07DB4A353FD6}" srcId="{DF6823D0-CF4F-42B9-BBFE-FECF0FC99AAC}" destId="{BF2726CC-F8D0-4E99-9214-8D9FEA39EDA0}" srcOrd="3" destOrd="0" parTransId="{F10E46CA-DC17-428B-8AA9-598D7BE5FFB0}" sibTransId="{4C0A01C9-0ECD-4F14-A59D-6A90378548A2}"/>
    <dgm:cxn modelId="{9388C895-D07F-4F26-9399-7BF161BF5166}" type="presOf" srcId="{2AF5AA19-BB83-4096-966E-177213FBBA21}" destId="{9EFD78EE-934F-4CF7-A1B6-90CB28C5E943}" srcOrd="0" destOrd="0" presId="urn:microsoft.com/office/officeart/2005/8/layout/vList2"/>
    <dgm:cxn modelId="{E60AEAAB-1A05-42B9-8FCB-24F4EA3A4191}" srcId="{DF6823D0-CF4F-42B9-BBFE-FECF0FC99AAC}" destId="{70C29FAD-4CBA-4629-98FD-A716DEAD7C0C}" srcOrd="4" destOrd="0" parTransId="{59961C8B-CA6C-471A-B5E1-600A616EC562}" sibTransId="{C56DF2FD-D47B-4613-8DB7-5C6547F18225}"/>
    <dgm:cxn modelId="{7FE467AD-84EC-4BED-A71C-395C7E7B57F9}" type="presOf" srcId="{AEA0A528-0202-4A10-B81D-9ED32081712F}" destId="{B9529B33-4DDC-420A-9C7F-E69D5290A14F}" srcOrd="0" destOrd="0" presId="urn:microsoft.com/office/officeart/2005/8/layout/vList2"/>
    <dgm:cxn modelId="{2596C2BB-44D0-4B29-BFE8-A10F6397D286}" type="presOf" srcId="{DF6823D0-CF4F-42B9-BBFE-FECF0FC99AAC}" destId="{8F162E24-ACF0-4B28-B59C-FF8E3E2D99C8}" srcOrd="0" destOrd="0" presId="urn:microsoft.com/office/officeart/2005/8/layout/vList2"/>
    <dgm:cxn modelId="{0F5051EE-931D-4027-8086-6ECB9DF1DF56}" srcId="{DF6823D0-CF4F-42B9-BBFE-FECF0FC99AAC}" destId="{26C7317C-5AAB-4324-B202-D079BDB3F855}" srcOrd="5" destOrd="0" parTransId="{90F0AD6E-B9A0-4A97-9FDB-AA78DD333610}" sibTransId="{6788A38D-8241-4A49-9E05-92CC76EDA7B3}"/>
    <dgm:cxn modelId="{E4F7BDF3-FEB8-45E3-AD25-F28E8A338055}" type="presParOf" srcId="{8F162E24-ACF0-4B28-B59C-FF8E3E2D99C8}" destId="{442FCE7A-04A6-40E1-9E27-50BAC5E6979D}" srcOrd="0" destOrd="0" presId="urn:microsoft.com/office/officeart/2005/8/layout/vList2"/>
    <dgm:cxn modelId="{DC34F79D-43C0-4051-8A42-A9ED33B3CFFE}" type="presParOf" srcId="{8F162E24-ACF0-4B28-B59C-FF8E3E2D99C8}" destId="{FE6C38C9-B674-4021-9BF5-E14FE8857B41}" srcOrd="1" destOrd="0" presId="urn:microsoft.com/office/officeart/2005/8/layout/vList2"/>
    <dgm:cxn modelId="{E5509815-FB25-49E3-A235-CAA2BB26999A}" type="presParOf" srcId="{8F162E24-ACF0-4B28-B59C-FF8E3E2D99C8}" destId="{9EFD78EE-934F-4CF7-A1B6-90CB28C5E943}" srcOrd="2" destOrd="0" presId="urn:microsoft.com/office/officeart/2005/8/layout/vList2"/>
    <dgm:cxn modelId="{359C3C01-6C08-4B5F-A4A4-F9D56577535A}" type="presParOf" srcId="{8F162E24-ACF0-4B28-B59C-FF8E3E2D99C8}" destId="{6EEE7FBD-4CC6-4F63-8352-AD95F892F377}" srcOrd="3" destOrd="0" presId="urn:microsoft.com/office/officeart/2005/8/layout/vList2"/>
    <dgm:cxn modelId="{BAACD6C0-7124-4DA7-AD25-C39870B449D5}" type="presParOf" srcId="{8F162E24-ACF0-4B28-B59C-FF8E3E2D99C8}" destId="{B9529B33-4DDC-420A-9C7F-E69D5290A14F}" srcOrd="4" destOrd="0" presId="urn:microsoft.com/office/officeart/2005/8/layout/vList2"/>
    <dgm:cxn modelId="{CA0AB4FE-F871-4871-BCA8-377ACAAAFF16}" type="presParOf" srcId="{8F162E24-ACF0-4B28-B59C-FF8E3E2D99C8}" destId="{417AA60B-EBA8-4AB9-B3B8-4A5B362826C7}" srcOrd="5" destOrd="0" presId="urn:microsoft.com/office/officeart/2005/8/layout/vList2"/>
    <dgm:cxn modelId="{F4155683-E196-4252-A2F5-D77836B8A53A}" type="presParOf" srcId="{8F162E24-ACF0-4B28-B59C-FF8E3E2D99C8}" destId="{DDB96DB7-91C8-4522-9D3D-4D2ADE0A88A1}" srcOrd="6" destOrd="0" presId="urn:microsoft.com/office/officeart/2005/8/layout/vList2"/>
    <dgm:cxn modelId="{F24D7B31-15C9-4669-B487-EA9D0482354D}" type="presParOf" srcId="{8F162E24-ACF0-4B28-B59C-FF8E3E2D99C8}" destId="{2C1EED3B-7485-42AF-B1A6-0D51C5C799C4}" srcOrd="7" destOrd="0" presId="urn:microsoft.com/office/officeart/2005/8/layout/vList2"/>
    <dgm:cxn modelId="{F138EA11-3558-410F-8301-5B878CAE647C}" type="presParOf" srcId="{8F162E24-ACF0-4B28-B59C-FF8E3E2D99C8}" destId="{FA67425A-32CA-4068-B9EE-8F74828FED23}" srcOrd="8" destOrd="0" presId="urn:microsoft.com/office/officeart/2005/8/layout/vList2"/>
    <dgm:cxn modelId="{FEF4EF9E-F7C6-4FEC-A6F1-D667EE947A13}" type="presParOf" srcId="{8F162E24-ACF0-4B28-B59C-FF8E3E2D99C8}" destId="{6412DA4E-382B-406A-B3A2-837EEF217F19}" srcOrd="9" destOrd="0" presId="urn:microsoft.com/office/officeart/2005/8/layout/vList2"/>
    <dgm:cxn modelId="{E014BD07-23CE-4ECB-9611-739062453C23}" type="presParOf" srcId="{8F162E24-ACF0-4B28-B59C-FF8E3E2D99C8}" destId="{846257E2-832D-4FBE-A1B7-E052B541EBC2}" srcOrd="10" destOrd="0" presId="urn:microsoft.com/office/officeart/2005/8/layout/vList2"/>
    <dgm:cxn modelId="{FFF47DE0-7434-4CFE-AC2A-3DAA20A7E4D5}" type="presParOf" srcId="{8F162E24-ACF0-4B28-B59C-FF8E3E2D99C8}" destId="{FC7FCF20-DB00-41A6-BA7F-12D3B23D126C}" srcOrd="11" destOrd="0" presId="urn:microsoft.com/office/officeart/2005/8/layout/vList2"/>
    <dgm:cxn modelId="{198AED77-CA71-450B-BF44-9EED6F36F729}" type="presParOf" srcId="{8F162E24-ACF0-4B28-B59C-FF8E3E2D99C8}" destId="{5DB835BB-4914-4D04-A660-F3C95F75CFA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FCE7A-04A6-40E1-9E27-50BAC5E6979D}">
      <dsp:nvSpPr>
        <dsp:cNvPr id="0" name=""/>
        <dsp:cNvSpPr/>
      </dsp:nvSpPr>
      <dsp:spPr>
        <a:xfrm>
          <a:off x="0" y="41922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Current way/problem</a:t>
          </a:r>
        </a:p>
      </dsp:txBody>
      <dsp:txXfrm>
        <a:off x="33955" y="75877"/>
        <a:ext cx="4932214" cy="627655"/>
      </dsp:txXfrm>
    </dsp:sp>
    <dsp:sp modelId="{9EFD78EE-934F-4CF7-A1B6-90CB28C5E943}">
      <dsp:nvSpPr>
        <dsp:cNvPr id="0" name=""/>
        <dsp:cNvSpPr/>
      </dsp:nvSpPr>
      <dsp:spPr>
        <a:xfrm>
          <a:off x="0" y="821007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1655646"/>
                <a:satOff val="6635"/>
                <a:lumOff val="143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655646"/>
                <a:satOff val="6635"/>
                <a:lumOff val="143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Solution Overview</a:t>
          </a:r>
        </a:p>
      </dsp:txBody>
      <dsp:txXfrm>
        <a:off x="33955" y="854962"/>
        <a:ext cx="4932214" cy="627655"/>
      </dsp:txXfrm>
    </dsp:sp>
    <dsp:sp modelId="{B9529B33-4DDC-420A-9C7F-E69D5290A14F}">
      <dsp:nvSpPr>
        <dsp:cNvPr id="0" name=""/>
        <dsp:cNvSpPr/>
      </dsp:nvSpPr>
      <dsp:spPr>
        <a:xfrm>
          <a:off x="0" y="1600092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Key Features</a:t>
          </a:r>
        </a:p>
      </dsp:txBody>
      <dsp:txXfrm>
        <a:off x="33955" y="1634047"/>
        <a:ext cx="4932214" cy="627655"/>
      </dsp:txXfrm>
    </dsp:sp>
    <dsp:sp modelId="{DDB96DB7-91C8-4522-9D3D-4D2ADE0A88A1}">
      <dsp:nvSpPr>
        <dsp:cNvPr id="0" name=""/>
        <dsp:cNvSpPr/>
      </dsp:nvSpPr>
      <dsp:spPr>
        <a:xfrm>
          <a:off x="0" y="2379177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Implementation Details</a:t>
          </a:r>
        </a:p>
      </dsp:txBody>
      <dsp:txXfrm>
        <a:off x="33955" y="2413132"/>
        <a:ext cx="4932214" cy="627655"/>
      </dsp:txXfrm>
    </dsp:sp>
    <dsp:sp modelId="{FA67425A-32CA-4068-B9EE-8F74828FED23}">
      <dsp:nvSpPr>
        <dsp:cNvPr id="0" name=""/>
        <dsp:cNvSpPr/>
      </dsp:nvSpPr>
      <dsp:spPr>
        <a:xfrm>
          <a:off x="0" y="3158262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Methodology</a:t>
          </a:r>
        </a:p>
      </dsp:txBody>
      <dsp:txXfrm>
        <a:off x="33955" y="3192217"/>
        <a:ext cx="4932214" cy="627655"/>
      </dsp:txXfrm>
    </dsp:sp>
    <dsp:sp modelId="{846257E2-832D-4FBE-A1B7-E052B541EBC2}">
      <dsp:nvSpPr>
        <dsp:cNvPr id="0" name=""/>
        <dsp:cNvSpPr/>
      </dsp:nvSpPr>
      <dsp:spPr>
        <a:xfrm>
          <a:off x="0" y="3937347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8278230"/>
                <a:satOff val="33176"/>
                <a:lumOff val="719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8278230"/>
                <a:satOff val="33176"/>
                <a:lumOff val="719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Demonstration </a:t>
          </a:r>
        </a:p>
      </dsp:txBody>
      <dsp:txXfrm>
        <a:off x="33955" y="3971302"/>
        <a:ext cx="4932214" cy="627655"/>
      </dsp:txXfrm>
    </dsp:sp>
    <dsp:sp modelId="{5DB835BB-4914-4D04-A660-F3C95F75CFAD}">
      <dsp:nvSpPr>
        <dsp:cNvPr id="0" name=""/>
        <dsp:cNvSpPr/>
      </dsp:nvSpPr>
      <dsp:spPr>
        <a:xfrm>
          <a:off x="0" y="4716432"/>
          <a:ext cx="5000124" cy="69556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Future Expansion</a:t>
          </a:r>
        </a:p>
      </dsp:txBody>
      <dsp:txXfrm>
        <a:off x="33955" y="4750387"/>
        <a:ext cx="4932214" cy="627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C3FF8-5DAD-2DEE-7A2C-C3F835F98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Digital Permit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82CFF-BCF4-989D-CBC4-BCC0F096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Created by Gage Carlisle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2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D810A-D9CB-124D-0C75-030F89C3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AA6058-F905-8CE0-26B3-26BF93B4C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30432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10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Current Way /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Students fill out paper forms to buy parking permits (fictitious) </a:t>
            </a:r>
          </a:p>
          <a:p>
            <a:pPr lvl="1"/>
            <a:r>
              <a:rPr lang="en-US" sz="2400" dirty="0"/>
              <a:t>Enforcement officers manually check printed lists</a:t>
            </a:r>
          </a:p>
          <a:p>
            <a:pPr lvl="1"/>
            <a:r>
              <a:rPr lang="en-US" sz="2400" dirty="0"/>
              <a:t>Slow process → mistakes, disputes, and long verification times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 simple C++ console application that simulates a digital permit system</a:t>
            </a:r>
          </a:p>
          <a:p>
            <a:pPr lvl="1"/>
            <a:r>
              <a:rPr lang="en-US" sz="2400" dirty="0"/>
              <a:t>Allows users to register vehicles and print digital permits</a:t>
            </a:r>
          </a:p>
          <a:p>
            <a:pPr lvl="1"/>
            <a:r>
              <a:rPr lang="en-US" sz="2400" dirty="0"/>
              <a:t>Enforcement officers can quickly verify license plates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Uses a struct to represent vehicle permits (name + plate)</a:t>
            </a:r>
          </a:p>
          <a:p>
            <a:pPr lvl="1"/>
            <a:r>
              <a:rPr lang="en-US" sz="2400" dirty="0"/>
              <a:t>Stores all permits in a vector for easy management</a:t>
            </a:r>
          </a:p>
          <a:p>
            <a:pPr lvl="1"/>
            <a:r>
              <a:rPr lang="en-US" sz="2400" dirty="0"/>
              <a:t>Struct is a folder to contain papers/vector is the filing cabinet.</a:t>
            </a:r>
          </a:p>
          <a:p>
            <a:pPr lvl="1"/>
            <a:r>
              <a:rPr lang="en-US" sz="2400" dirty="0"/>
              <a:t>Has functions (void functions) that handle tasks like adding records, printing, and searching (displays text but  does not return value)</a:t>
            </a:r>
          </a:p>
          <a:p>
            <a:pPr lvl="1"/>
            <a:r>
              <a:rPr lang="en-US" sz="2400" dirty="0"/>
              <a:t>Simple and fast permit lookup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lvl="1"/>
            <a:r>
              <a:rPr lang="en-US" sz="2400" dirty="0"/>
              <a:t>Used vectors to store registered vehicles dynamically</a:t>
            </a:r>
          </a:p>
          <a:p>
            <a:pPr lvl="1"/>
            <a:r>
              <a:rPr lang="en-US" sz="2400" dirty="0"/>
              <a:t>Used structs to group name + plate data together</a:t>
            </a:r>
          </a:p>
          <a:p>
            <a:pPr lvl="1"/>
            <a:r>
              <a:rPr lang="en-US" sz="2400" dirty="0"/>
              <a:t>Created modular void functions to keep the program organized</a:t>
            </a:r>
          </a:p>
          <a:p>
            <a:pPr lvl="1"/>
            <a:r>
              <a:rPr lang="en-US" sz="2400" dirty="0"/>
              <a:t>Encountered issues with keeping everything organized, (used void function)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Planned system requirements first</a:t>
            </a:r>
          </a:p>
          <a:p>
            <a:pPr lvl="1"/>
            <a:r>
              <a:rPr lang="en-US" sz="2400" dirty="0"/>
              <a:t>A lot of google (to find better ways to do things)</a:t>
            </a:r>
          </a:p>
          <a:p>
            <a:pPr lvl="1"/>
            <a:r>
              <a:rPr lang="en-US" sz="2400" dirty="0"/>
              <a:t>Designed the struct and function layout</a:t>
            </a:r>
          </a:p>
          <a:p>
            <a:pPr lvl="1"/>
            <a:r>
              <a:rPr lang="en-US" sz="2400" dirty="0"/>
              <a:t>Tested data input, storage, and lookup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Future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Add saving to external files for long‑term storage</a:t>
            </a:r>
          </a:p>
          <a:p>
            <a:pPr lvl="1"/>
            <a:r>
              <a:rPr lang="en-US" sz="2400" dirty="0"/>
              <a:t>Add permit expiration dates</a:t>
            </a:r>
          </a:p>
          <a:p>
            <a:pPr lvl="1"/>
            <a:r>
              <a:rPr lang="en-US" sz="2400" dirty="0"/>
              <a:t>Add a simple GUI or website interface</a:t>
            </a:r>
          </a:p>
          <a:p>
            <a:pPr lvl="1"/>
            <a:r>
              <a:rPr lang="en-US" sz="2400" dirty="0"/>
              <a:t>Add scanning or QR‑code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7E646-2900-7F15-BFAF-09E98AD3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847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261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Digital Permit System</vt:lpstr>
      <vt:lpstr>Agenda</vt:lpstr>
      <vt:lpstr>Current Way / Problem</vt:lpstr>
      <vt:lpstr>Solution Overview</vt:lpstr>
      <vt:lpstr>Key Features</vt:lpstr>
      <vt:lpstr>Implementation Details</vt:lpstr>
      <vt:lpstr>Methodology</vt:lpstr>
      <vt:lpstr>Demonstration</vt:lpstr>
      <vt:lpstr>Future Expansion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Gage Carlisle</dc:creator>
  <cp:keywords/>
  <dc:description>generated using python-pptx</dc:description>
  <cp:lastModifiedBy>Gage Carlisle</cp:lastModifiedBy>
  <cp:revision>2</cp:revision>
  <dcterms:created xsi:type="dcterms:W3CDTF">2013-01-27T09:14:16Z</dcterms:created>
  <dcterms:modified xsi:type="dcterms:W3CDTF">2025-12-10T21:33:38Z</dcterms:modified>
  <cp:category/>
</cp:coreProperties>
</file>